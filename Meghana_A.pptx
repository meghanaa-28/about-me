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7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3227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/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0"/>
          </a:xfrm>
          <a:prstGeom prst="line">
            <a:avLst/>
          </a:prstGeom>
          <a:noFill/>
          <a:ln w="12700">
            <a:solidFill>
              <a:srgbClr val="0E7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Meghana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429000" y="2377440"/>
            <a:ext cx="269938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4988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data into business insights.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5257800"/>
            <a:ext cx="5760720" cy="0"/>
          </a:xfrm>
          <a:prstGeom prst="line">
            <a:avLst/>
          </a:prstGeom>
          <a:noFill/>
          <a:ln w="12700">
            <a:solidFill>
              <a:srgbClr val="3A3D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5440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 ·   Python   ·   Power BI   ·   Tableau   ·   Excel   ·   Statistics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Graduate</a:t>
            </a:r>
            <a:r>
              <a:rPr lang="en-US" sz="1150" dirty="0">
                <a:solidFill>
                  <a:srgbClr val="3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11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Medalist (91.9%)</a:t>
            </a:r>
            <a:r>
              <a:rPr lang="en-US" sz="1150" dirty="0">
                <a:solidFill>
                  <a:srgbClr val="3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11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Data Analyst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23560" y="7155180"/>
            <a:ext cx="640080" cy="640080"/>
          </a:xfrm>
          <a:prstGeom prst="ellipse">
            <a:avLst/>
          </a:prstGeom>
          <a:solidFill>
            <a:srgbClr val="1F2229"/>
          </a:solidFill>
          <a:ln w="12700">
            <a:solidFill>
              <a:srgbClr val="0E7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7301484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43600" y="80695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0" y="80695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 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0"/>
          </a:xfrm>
          <a:prstGeom prst="line">
            <a:avLst/>
          </a:prstGeom>
          <a:noFill/>
          <a:ln w="12700">
            <a:solidFill>
              <a:srgbClr val="0E7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an aspiring Data Analyst with 1 year of hands-on experience and a Bachelor's degree in Business Administration (Finance). I enjoy transforming complex datasets into meaningful insights that support better business decisions — built on curiosity, structured problem-solving, and continuous learning.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36576" cy="777240"/>
          </a:xfrm>
          <a:prstGeom prst="rect">
            <a:avLst/>
          </a:prstGeom>
          <a:solidFill>
            <a:srgbClr val="0E7C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dataset tells a story — my role is to uncover it with accuracy and clarity.”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DEFINES MY 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576072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50292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to Detail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468112"/>
            <a:ext cx="576072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54864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Step-by-Step Approach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925312"/>
            <a:ext cx="576072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59436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Time Management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6382512"/>
            <a:ext cx="576072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64008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Team Collaboration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6839712"/>
            <a:ext cx="576072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6858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68580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Thinking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7296912"/>
            <a:ext cx="576072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7315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51560" y="73152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Business-Focused Decisions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943600" y="80695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80695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Skills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0"/>
          </a:xfrm>
          <a:prstGeom prst="line">
            <a:avLst/>
          </a:prstGeom>
          <a:noFill/>
          <a:ln w="12700">
            <a:solidFill>
              <a:srgbClr val="0E7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9659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&amp; Databases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35000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 ·   Python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576072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31546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53872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 ·   Tableau   ·   Advanced Excel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78808"/>
            <a:ext cx="576072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43434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Statistics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72744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 ·   Statistical Analysis   ·   Dashboarding   ·   KPI &amp; Trend Reporting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67528"/>
            <a:ext cx="576072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55321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Skills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591616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   ·   Leadership   ·   Stakeholder Reporting   ·   Time Management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6858000"/>
            <a:ext cx="5760720" cy="1005840"/>
          </a:xfrm>
          <a:prstGeom prst="rect">
            <a:avLst/>
          </a:prstGeom>
          <a:solidFill>
            <a:srgbClr val="E7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6995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TOOLS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7269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 ·  Power BI  ·  Python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943600" y="80695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80695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&amp; Certifications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0"/>
          </a:xfrm>
          <a:prstGeom prst="line">
            <a:avLst/>
          </a:prstGeom>
          <a:noFill/>
          <a:ln w="12700">
            <a:solidFill>
              <a:srgbClr val="0E7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21792" y="1965960"/>
            <a:ext cx="0" cy="4206240"/>
          </a:xfrm>
          <a:prstGeom prst="line">
            <a:avLst/>
          </a:prstGeom>
          <a:noFill/>
          <a:ln w="1905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57784" y="1965960"/>
            <a:ext cx="128016" cy="128016"/>
          </a:xfrm>
          <a:prstGeom prst="ellipse">
            <a:avLst/>
          </a:prstGeom>
          <a:solidFill>
            <a:srgbClr val="0E7C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8928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Bachelor of Business Administration (Finance)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Ascent College, Alliance University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" y="3246120"/>
            <a:ext cx="128016" cy="128016"/>
          </a:xfrm>
          <a:prstGeom prst="ellipse">
            <a:avLst/>
          </a:prstGeom>
          <a:solidFill>
            <a:srgbClr val="0E7C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60120" y="317296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Medalist — 91.9%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8404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distinction, BBA program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" y="4526280"/>
            <a:ext cx="128016" cy="128016"/>
          </a:xfrm>
          <a:prstGeom prst="ellipse">
            <a:avLst/>
          </a:prstGeom>
          <a:solidFill>
            <a:srgbClr val="0E7C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60120" y="44531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47091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 Certification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5120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 ExcelR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" y="5532120"/>
            <a:ext cx="128016" cy="128016"/>
          </a:xfrm>
          <a:prstGeom prst="ellipse">
            <a:avLst/>
          </a:prstGeom>
          <a:solidFill>
            <a:srgbClr val="0E7C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60120" y="545896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5715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Certification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61264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 NASSCOM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80695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80695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Featured Projects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02920" cy="0"/>
          </a:xfrm>
          <a:prstGeom prst="line">
            <a:avLst/>
          </a:prstGeom>
          <a:noFill/>
          <a:ln w="12700">
            <a:solidFill>
              <a:srgbClr val="0E7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E8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417320" y="1920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Zomato Restaurant Data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3317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customer ratings, cuisines, pricing &amp; locations; built interactive dashboards for business insights.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576072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E8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417320" y="33375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Data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749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policyholder data, claim trends &amp; customer segmentation to reveal data-driven patterns.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498848"/>
            <a:ext cx="576072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E8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417320" y="47548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Employee Attrition Analytics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51663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employee turnover and built dashboards highlighting key factors influencing attrition.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916168"/>
            <a:ext cx="576072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0" y="80695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80695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Work With 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02920" cy="0"/>
          </a:xfrm>
          <a:prstGeom prst="line">
            <a:avLst/>
          </a:prstGeom>
          <a:noFill/>
          <a:ln w="12700">
            <a:solidFill>
              <a:srgbClr val="0E7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96596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760720" cy="0"/>
          </a:xfrm>
          <a:prstGeom prst="line">
            <a:avLst/>
          </a:prstGeom>
          <a:noFill/>
          <a:ln w="12700">
            <a:solidFill>
              <a:srgbClr val="3A3D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49631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analytical mindset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53512"/>
            <a:ext cx="5760720" cy="0"/>
          </a:xfrm>
          <a:prstGeom prst="line">
            <a:avLst/>
          </a:prstGeom>
          <a:noFill/>
          <a:ln w="12700">
            <a:solidFill>
              <a:srgbClr val="3A3D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026664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Detail-oriented approach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5760720" cy="0"/>
          </a:xfrm>
          <a:prstGeom prst="line">
            <a:avLst/>
          </a:prstGeom>
          <a:noFill/>
          <a:ln w="12700">
            <a:solidFill>
              <a:srgbClr val="3A3D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55701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 via finance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5760720" cy="0"/>
          </a:xfrm>
          <a:prstGeom prst="line">
            <a:avLst/>
          </a:prstGeom>
          <a:noFill/>
          <a:ln w="12700">
            <a:solidFill>
              <a:srgbClr val="3A3D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8736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collaboration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544568"/>
            <a:ext cx="5760720" cy="0"/>
          </a:xfrm>
          <a:prstGeom prst="line">
            <a:avLst/>
          </a:prstGeom>
          <a:noFill/>
          <a:ln w="12700">
            <a:solidFill>
              <a:srgbClr val="3A3D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6177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step-by-step problem solving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468112"/>
            <a:ext cx="36576" cy="914400"/>
          </a:xfrm>
          <a:prstGeom prst="rect">
            <a:avLst/>
          </a:prstGeom>
          <a:solidFill>
            <a:srgbClr val="0E7C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2960" y="546811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“Great insights come from asking the right questions before finding the right answers.”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80695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0" y="80695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CHAPTER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Objective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02920" cy="0"/>
          </a:xfrm>
          <a:prstGeom prst="line">
            <a:avLst/>
          </a:prstGeom>
          <a:noFill/>
          <a:ln w="12700">
            <a:solidFill>
              <a:srgbClr val="0E7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excited to contribute my analytical skills, technical expertise, and business knowledge to organizations seeking data-driven growth as a Data Analyst.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OPPORTUNITIES 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76072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57607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3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621024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4160520"/>
            <a:ext cx="57607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6868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lang="en-US" sz="13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4306824"/>
            <a:ext cx="256032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4846320"/>
            <a:ext cx="57607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868680" y="4846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Dashboards</a:t>
            </a:r>
            <a:endParaRPr lang="en-US" sz="13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4992624"/>
            <a:ext cx="256032" cy="25603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8640" y="5532120"/>
            <a:ext cx="57607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868680" y="5532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3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5678424"/>
            <a:ext cx="256032" cy="2560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6217920"/>
            <a:ext cx="57607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/>
          <p:nvPr/>
        </p:nvSpPr>
        <p:spPr>
          <a:xfrm>
            <a:off x="868680" y="6217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Analytics</a:t>
            </a:r>
            <a:endParaRPr lang="en-US" sz="13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6364224"/>
            <a:ext cx="256032" cy="2560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548640" y="6903720"/>
            <a:ext cx="57607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7"/>
          <p:cNvSpPr/>
          <p:nvPr/>
        </p:nvSpPr>
        <p:spPr>
          <a:xfrm>
            <a:off x="868680" y="6903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Analytics</a:t>
            </a:r>
            <a:endParaRPr lang="en-US" sz="13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7050024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943600" y="80695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5486400" y="80695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7C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8640" cy="0"/>
          </a:xfrm>
          <a:prstGeom prst="line">
            <a:avLst/>
          </a:prstGeom>
          <a:noFill/>
          <a:ln w="12700">
            <a:solidFill>
              <a:srgbClr val="0E7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always open to discussing: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68503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6850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412394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239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56285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56285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Opportunities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0017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0017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5760720" cy="0"/>
          </a:xfrm>
          <a:prstGeom prst="line">
            <a:avLst/>
          </a:prstGeom>
          <a:noFill/>
          <a:ln w="12700">
            <a:solidFill>
              <a:srgbClr val="3A3D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035040"/>
            <a:ext cx="310896" cy="3108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6007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05840" y="6217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chemeClr val="bg1"/>
                </a:solidFill>
              </a:rPr>
              <a:t>https://www.linkedin.com/in/meghana-a-408280248/</a:t>
            </a:r>
          </a:p>
        </p:txBody>
      </p:sp>
      <p:sp>
        <p:nvSpPr>
          <p:cNvPr id="20" name="Shape 17"/>
          <p:cNvSpPr/>
          <p:nvPr/>
        </p:nvSpPr>
        <p:spPr>
          <a:xfrm>
            <a:off x="548640" y="6720840"/>
            <a:ext cx="5760720" cy="0"/>
          </a:xfrm>
          <a:prstGeom prst="line">
            <a:avLst/>
          </a:prstGeom>
          <a:noFill/>
          <a:ln w="12700">
            <a:solidFill>
              <a:srgbClr val="3A3D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949440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05840" y="6922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005840" y="7132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chemeClr val="bg1"/>
                </a:solidFill>
              </a:rPr>
              <a:t>https://github.com/MeghanaA-28</a:t>
            </a:r>
          </a:p>
        </p:txBody>
      </p:sp>
      <p:sp>
        <p:nvSpPr>
          <p:cNvPr id="24" name="Shape 20"/>
          <p:cNvSpPr/>
          <p:nvPr/>
        </p:nvSpPr>
        <p:spPr>
          <a:xfrm>
            <a:off x="548640" y="7635240"/>
            <a:ext cx="5760720" cy="0"/>
          </a:xfrm>
          <a:prstGeom prst="line">
            <a:avLst/>
          </a:prstGeom>
          <a:noFill/>
          <a:ln w="12700">
            <a:solidFill>
              <a:srgbClr val="3A3D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548640" y="77952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D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“Turning data into decisions, one insight at a time.”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943600" y="80695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486400" y="80695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475</Words>
  <Application>Microsoft Office PowerPoint</Application>
  <PresentationFormat>Custom</PresentationFormat>
  <Paragraphs>132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Meghana A - Data Analyst LinkedIn Carousel (Minimal)</dc:title>
  <dc:subject>PptxGenJS Presentation</dc:subject>
  <dc:creator>Meghana A</dc:creator>
  <cp:lastModifiedBy>Meghana A</cp:lastModifiedBy>
  <cp:revision>2</cp:revision>
  <dcterms:created xsi:type="dcterms:W3CDTF">2026-07-03T03:45:08Z</dcterms:created>
  <dcterms:modified xsi:type="dcterms:W3CDTF">2026-07-03T06:10:39Z</dcterms:modified>
</cp:coreProperties>
</file>